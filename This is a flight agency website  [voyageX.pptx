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4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3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3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2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5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0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8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3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75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29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CC464-40FB-4A77-BD27-B3DE6D521C30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9A544-1CA8-4482-89E7-54674326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9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DBDDD8-3A0C-FCDF-EC44-1A86D67A8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827" y="2820816"/>
            <a:ext cx="9144000" cy="2972394"/>
          </a:xfrm>
          <a:ln>
            <a:noFill/>
          </a:ln>
        </p:spPr>
        <p:txBody>
          <a:bodyPr anchor="t">
            <a:normAutofit fontScale="90000"/>
          </a:bodyPr>
          <a:lstStyle/>
          <a:p>
            <a:pPr algn="l"/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This is a flight agency website  [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</a:rPr>
              <a:t>voyageX</a:t>
            </a: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] designed to help users explore destinations.</a:t>
            </a: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 </a:t>
            </a: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This website provides a user-friendly interface that makes travel planning more easier and more accessible.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A105996-F1AB-1646-8A07-F3775667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137" y="849772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400" dirty="0">
                <a:solidFill>
                  <a:schemeClr val="bg1"/>
                </a:solidFill>
              </a:rPr>
              <a:t>INTRODUCTION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D17228-24C2-8B6F-E58D-EAFCC3FD9B24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4BC9928-F1F7-5873-10C2-D92E1848D5B2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05FBA6-71C8-6942-E0C3-4DA23EF39837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235D2A0-5150-1F92-9544-9CE23EAB42EE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9B9D08C-8A91-ABCF-FA0C-55F9E374E4E3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9DA4B31-974D-B8CC-2BE2-0FC8B1548654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7000287-6729-6BD0-9D35-3520B8EEEFA0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354973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472A6-210E-91DF-BA21-212CB2390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674261-A504-5E45-7870-3233D8E7A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9" y="2933885"/>
            <a:ext cx="9144000" cy="2972394"/>
          </a:xfrm>
          <a:ln>
            <a:noFill/>
          </a:ln>
        </p:spPr>
        <p:txBody>
          <a:bodyPr anchor="t">
            <a:normAutofit fontScale="90000"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To create an attractive travel agency website</a:t>
            </a: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To provide information about various travel destinations.</a:t>
            </a: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br>
              <a:rPr lang="en-US" sz="36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To allow the user contact the agency easily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C3E512-46BE-D468-B39D-083E10AD8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810" y="717517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400" dirty="0">
                <a:solidFill>
                  <a:schemeClr val="bg1"/>
                </a:solidFill>
              </a:rPr>
              <a:t>OBJECTIVES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F381CF-46E2-1525-B7E8-E92DB5C7B390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C576103-15EE-FFA5-BB91-34ECBE8A69E1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C18731-FEEC-0103-24FB-35318FC688F6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5F2BA5D-6629-9467-EFEA-2C1EB02DB661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4FF25DA-CCBB-AF76-2B2F-FE4AEE9F00FD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96F5E54-DDF1-F31B-D85F-90ACA1CD4C69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D5F0235-75A6-D734-72B3-60BC489CBF31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20308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5CB2F-2C7F-6080-97FD-4A8FE3EB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18E90-E577-DC1C-0485-09256AF7F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28" y="2589246"/>
            <a:ext cx="8975459" cy="2972394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Travel planning can be time-consuming when information is scattered across different platforms. 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A centralized travel website helps simplify the process.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endParaRPr lang="en-US" sz="3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A140417-7D39-4670-A66F-05D923494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742" y="524090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PROBLEM STATEMENT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67C9A7-3925-5348-E455-8BA34FF1BED2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7F446BF-62FD-64D2-EFD2-E12FAAB32B75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10CBD85-BDBF-6463-C1D0-C20DCB94A0B8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F2CCC32-FF20-9FC4-6A26-E06FD2884AAC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D05A7DE-0ECB-1D41-D021-764EF936BE20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EAEF6A6-28D5-4AD6-4F22-48874A33D9BA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5D5EAE8-F8D5-30B4-BCBA-6921A326E6ED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16264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42860-3344-B982-DDFC-E11B7FDF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8188A5-B3D0-0BF7-9CE2-7EE93C57F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193" y="2878611"/>
            <a:ext cx="9144000" cy="2972394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Design a responsive travel website.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Showcase travel destinations.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Improve user experience.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Demonstrate frontend web development skills.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54BFC5-D99B-1975-6926-47B21200B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8827" y="815172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PROJECT OBLECTIVES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628111-2BBF-1568-5F67-5D4CA10268DC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3F54DAD-D59F-295A-3DEC-1BE0CEB557D5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1C70393-2B87-0FF1-6BAF-AD8A2F09DC34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516B7C6-1982-FF28-1D51-A294D97A4905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53E4845-1718-6CAF-93E5-175CD26E6F29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F0B9C6F-2298-3540-76B3-47F201C7DB58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5DCE9B60-7DBB-9F0D-245C-837D420C2612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2125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0C7A6-50D6-1B36-1B9D-8229D87C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41252-2B1E-E09B-65EC-B8FE56135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47" y="2910866"/>
            <a:ext cx="9144000" cy="2972394"/>
          </a:xfrm>
          <a:ln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HTML5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CSS3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JavaScript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VS Code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Web Browser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B4BB4A-D66C-3C3C-ABCE-C24FC58B7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742" y="781062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TECHNOLOGIES USED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88D884-BAB0-2B77-9F4B-0E817526A3C9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CDC8997-CB89-34A5-5C35-50578E168FD4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43641ED-3632-BDF1-66F6-B9DC8E9EEA75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CAC5FA0-7565-DB39-5269-2551E651C143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42404DE-755A-2FD3-30C9-CA110B276675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7F2EE9F-8D51-E07D-C660-3D2C4A680DAB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1372D62-048D-3132-03C3-AD5D212FE345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13897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B05A6-83FD-B119-266E-B67EDF30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18DAEA-53D2-5D51-F259-A0FC3FD1C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029" y="2434681"/>
            <a:ext cx="9144000" cy="3744664"/>
          </a:xfrm>
          <a:ln>
            <a:noFill/>
          </a:ln>
        </p:spPr>
        <p:txBody>
          <a:bodyPr anchor="t">
            <a:norm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Large image sizes➡️optimized images for faster-loading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Navigation problems➡️ added a clear navigation menu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C871B3-5BC9-8188-BB61-082DA9C13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78" y="434633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CHALLENGES &amp; SOLUTIONS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A4B5C0-F795-3282-ADE4-0D0AD2FD075E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B667BE-3A97-A06E-A2A6-845353E207C7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BE65333-EFCC-21AE-339A-897F5F29FDCD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214C4EEC-A884-7961-EC1A-669A6BADF453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5146E01-B753-657D-F108-38009AC2A9DF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13C114F-7D15-6676-59BA-BD2FB0C222AA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5E4249E-9D1F-F381-F040-DF3FF7801B54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7124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7F178-49CE-442B-FF62-F1B619B7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BC54B6-FCA2-FB26-F86A-A522914E4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3107" y="2413720"/>
            <a:ext cx="9144000" cy="2972394"/>
          </a:xfrm>
          <a:ln>
            <a:noFill/>
          </a:ln>
        </p:spPr>
        <p:txBody>
          <a:bodyPr anchor="t">
            <a:normAutofit fontScale="90000"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Flight booking ✈️.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Online payments💳.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Database connectivity🛜.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User accounts📝.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2DDFE8-52CF-2710-58CD-B280DAB3D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137" y="434633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FUTURE IMPROVEMENTS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D09779-AC1A-F45F-CF01-AE4E334FCF0D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4AA6BF8-FAE2-EAD6-907E-5AD9E69F24D3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C430C61-773F-9CC4-6B9F-27E6E7AF55D5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8C54354-DA22-5019-7A97-28988107CA9A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7BDD1B1-0C91-2409-7626-64C1C1F07FC1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F5DBB41-B938-0B9F-0DD8-8F7391E98831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FC18420-A40D-87D2-E3F1-B5EF2740B3D5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2774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2EF0B-30DD-0F88-F0AC-5A2308E6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6D6EFA-5452-8CD1-FCE0-53EBE25FA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27" y="2350400"/>
            <a:ext cx="9144000" cy="2972394"/>
          </a:xfrm>
          <a:ln>
            <a:noFill/>
          </a:ln>
        </p:spPr>
        <p:txBody>
          <a:bodyPr anchor="t"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This project successfully demonstrates the development of a modern and responsive travel agency website using frontend web technologies.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016D8C8-88F9-7E59-FDA1-DDFEFEA0A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3107" y="638224"/>
            <a:ext cx="9144000" cy="1678021"/>
          </a:xfrm>
          <a:ln>
            <a:noFill/>
          </a:ln>
        </p:spPr>
        <p:txBody>
          <a:bodyPr anchor="ctr"/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</a:rPr>
              <a:t>CONCLUSION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F5293C-66BD-25FB-100B-EC8751C22080}"/>
              </a:ext>
            </a:extLst>
          </p:cNvPr>
          <p:cNvGrpSpPr/>
          <p:nvPr/>
        </p:nvGrpSpPr>
        <p:grpSpPr>
          <a:xfrm rot="21383132">
            <a:off x="9139322" y="-1332682"/>
            <a:ext cx="5488223" cy="8274255"/>
            <a:chOff x="6911512" y="-1303767"/>
            <a:chExt cx="5280488" cy="8278853"/>
          </a:xfrm>
          <a:blipFill>
            <a:blip r:embed="rId2"/>
            <a:stretch>
              <a:fillRect/>
            </a:stretch>
          </a:blip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77C0A99-13BB-56B1-E732-13E9A3E3EEA6}"/>
                </a:ext>
              </a:extLst>
            </p:cNvPr>
            <p:cNvSpPr/>
            <p:nvPr/>
          </p:nvSpPr>
          <p:spPr>
            <a:xfrm rot="2676534" flipH="1">
              <a:off x="9824856" y="493027"/>
              <a:ext cx="1653699" cy="648205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25AEFEE-C6C1-3E80-DFF1-BE5557ED45EE}"/>
                </a:ext>
              </a:extLst>
            </p:cNvPr>
            <p:cNvGrpSpPr/>
            <p:nvPr/>
          </p:nvGrpSpPr>
          <p:grpSpPr>
            <a:xfrm>
              <a:off x="6911512" y="-1303767"/>
              <a:ext cx="5280488" cy="8161767"/>
              <a:chOff x="6819060" y="-1241897"/>
              <a:chExt cx="5280488" cy="8161767"/>
            </a:xfrm>
            <a:grpFill/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DDABE2C-F6C0-6B35-875A-DEB697D1C5D1}"/>
                  </a:ext>
                </a:extLst>
              </p:cNvPr>
              <p:cNvSpPr/>
              <p:nvPr/>
            </p:nvSpPr>
            <p:spPr>
              <a:xfrm rot="2676534">
                <a:off x="9442309" y="-970699"/>
                <a:ext cx="1750979" cy="477983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2B3BDDF-E892-612E-0B7E-DADC1BF3E8EB}"/>
                  </a:ext>
                </a:extLst>
              </p:cNvPr>
              <p:cNvSpPr/>
              <p:nvPr/>
            </p:nvSpPr>
            <p:spPr>
              <a:xfrm rot="2676534">
                <a:off x="7353522" y="-1241897"/>
                <a:ext cx="1750979" cy="4299625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FE376D3-784D-BA1A-2FCE-FF2EC6B84644}"/>
                  </a:ext>
                </a:extLst>
              </p:cNvPr>
              <p:cNvSpPr/>
              <p:nvPr/>
            </p:nvSpPr>
            <p:spPr>
              <a:xfrm rot="2676534">
                <a:off x="6819060" y="2775927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A44FC6A-BD11-9C1B-F4E3-759FAF480BD5}"/>
                  </a:ext>
                </a:extLst>
              </p:cNvPr>
              <p:cNvSpPr/>
              <p:nvPr/>
            </p:nvSpPr>
            <p:spPr>
              <a:xfrm rot="2676534">
                <a:off x="10348569" y="4523249"/>
                <a:ext cx="1750979" cy="23966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38658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557</TotalTime>
  <Words>189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This is a flight agency website  [voyageX] designed to help users explore destinations.   This website provides a user-friendly interface that makes travel planning more easier and more accessible.</vt:lpstr>
      <vt:lpstr>To create an attractive travel agency website  To provide information about various travel destinations.  To allow the user contact the agency easily</vt:lpstr>
      <vt:lpstr>Travel planning can be time-consuming when information is scattered across different platforms.  A centralized travel website helps simplify the process. </vt:lpstr>
      <vt:lpstr>Design a responsive travel website. Showcase travel destinations. Improve user experience. Demonstrate frontend web development skills.</vt:lpstr>
      <vt:lpstr>HTML5 CSS3 JavaScript VS Code Web Browser</vt:lpstr>
      <vt:lpstr>Large image sizes➡️optimized images for faster-loading Navigation problems➡️ added a clear navigation menu</vt:lpstr>
      <vt:lpstr>Flight booking ✈️. Online payments💳. Database connectivity🛜. User accounts📝.</vt:lpstr>
      <vt:lpstr>This project successfully demonstrates the development of a modern and responsive travel agency website using frontend web technologies.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S₳mmŶ .</dc:creator>
  <cp:lastModifiedBy>S₳mmŶ .</cp:lastModifiedBy>
  <cp:revision>1</cp:revision>
  <dcterms:created xsi:type="dcterms:W3CDTF">2026-06-10T11:43:57Z</dcterms:created>
  <dcterms:modified xsi:type="dcterms:W3CDTF">2026-06-10T21:01:25Z</dcterms:modified>
</cp:coreProperties>
</file>